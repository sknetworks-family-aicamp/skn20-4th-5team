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0" r:id="rId4"/>
    <p:sldId id="259" r:id="rId5"/>
    <p:sldId id="258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8" autoAdjust="0"/>
    <p:restoredTop sz="94727"/>
  </p:normalViewPr>
  <p:slideViewPr>
    <p:cSldViewPr snapToGrid="0">
      <p:cViewPr varScale="1">
        <p:scale>
          <a:sx n="122" d="100"/>
          <a:sy n="122" d="100"/>
        </p:scale>
        <p:origin x="232" y="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BBAD2-7D27-D049-930D-917FE914BFA7}" type="datetimeFigureOut">
              <a:rPr kumimoji="1" lang="ko-KR" altLang="en-US" smtClean="0"/>
              <a:t>2026. 1. 12.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05EB6-50B4-224A-A810-E0B4EBED5D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02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05EB6-50B4-224A-A810-E0B4EBED5D8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573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7338-D793-125B-89FF-8FED64C39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AF0BE0-1685-EF65-85C3-BB878459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AA75-DE1C-049F-12F2-0D0CA155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5B967-B98D-87CD-D164-2F201D11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747678-BD57-19BA-A827-05B77FE9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16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1612A-C7CC-8C2F-3F71-10914B8C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6A941-3F94-D6AA-3F2B-4525BE891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F56B0-142E-48FD-E3FE-6F38495F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42B2B5-B626-8F5F-521B-278B6F76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4BC9B-1BE6-B8C6-6D6D-D5FF015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3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2526F-F4A0-61E1-E8DC-EFEF1302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62BF5E-212F-E208-3967-451CE94AA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7307E-36FD-9FBA-4433-9560B284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D556D-031F-87A6-A353-51CA866D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CEE152-D464-437B-D0F5-346DDF97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8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5AAD1-73D8-1AB6-CCC7-F8087913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FBC2D-781A-D03E-6680-981AE2595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947EF9-7E04-5221-92EF-A98FFFD6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3FAB00-86BF-8CB1-4681-EB035BB0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C2357E-562C-F439-6C2A-961E1C97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1E06C9-69D0-C15A-8621-E0E6ECA6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8E8E0-291D-540B-BBB6-06C52AFA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A1662-7DDE-094C-3CB0-D2C4B78E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21A516-5C2A-0B19-30C5-543F2251B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1A1A80-6A61-F7F5-7DAD-278533D7C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30CC18-E8F6-D73A-4999-5E75C8B37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4783B7-4740-C3A7-CAFD-9A655996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9AF4CE-6257-A488-9ECE-D83E0896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9DCFF8-A86B-36EB-917B-081AFE02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43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198E5-76D5-A341-9D6B-EE84E732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C292A7-6F7E-79C1-35AB-A18481B1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B54C72-F332-3562-C535-BF3A2E8D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E7F09-11FD-CFD7-E639-E647EDA0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08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F9DA0A-A688-A557-465C-359FDED0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FAD2D9-23C2-57B8-F56C-74B46F0E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BD2F0-6AB5-354B-37BD-72198430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65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44958-9EE9-2F64-D60F-E00341CB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C0148B-D8E2-BEB7-7C35-58497781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44743E-BC23-DC61-E419-DE87B72C7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9035CF-1BFE-729F-2228-2B65E0F0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E47AEE-8E42-C435-18E1-CB7D4E00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97388-3569-0B39-D44F-9CFB4632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7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3A431-D35B-6CFA-851E-A56FA59C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6EC315-5950-D573-98B3-E8DBAC92F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97319D-8B68-1EDD-22A3-72149DD91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02078E-A17A-974B-87AA-88227F1C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798D70-2FA0-D50A-B6BD-5FD6A60E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F229A-C3A1-4940-0DC6-EE7BC3E5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48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CA09E-A58D-192A-2563-FEF6D6CC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B79B4A-F903-1A1A-8697-D2B46643C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6F5A3-96A6-6CB3-6FC4-E0621CED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2E5C2D-A006-801F-0689-30FF0C7F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3281E-5F2F-C71C-5BD0-5CCA14E1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C004A7-0DD1-F2D7-B285-168619567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AA0981-16BD-FF04-CC7C-97C2395F6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614A5-EE12-8451-50F3-9475D31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39096-1608-835A-6431-C061BC9E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5F080-3D6C-088C-AE99-96FE37B0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10DCFB-3784-D742-658E-F17F37E0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63432B-DA41-2F06-2508-4808C9F48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36D46-502C-BF03-3A5F-5C291001B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EA62D-5140-4B1E-9A20-340F6DA21A7D}" type="datetimeFigureOut">
              <a:rPr lang="ko-KR" altLang="en-US" smtClean="0"/>
              <a:t>2026. 1. 12.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1307-CC59-B52E-B0EB-2A68CD3A0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B3298-76D5-4070-B114-44A87BB54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EBB95-0567-40C1-836B-86FB37069C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5E06A5-5DCE-5245-FDE2-07A6F0DE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86859"/>
              </p:ext>
            </p:extLst>
          </p:nvPr>
        </p:nvGraphicFramePr>
        <p:xfrm>
          <a:off x="1197870" y="1700808"/>
          <a:ext cx="9796260" cy="2913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1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76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Page.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v.1.0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2026/01/12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p.6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김효빈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81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/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B2011DD-650A-4061-F9B3-2E3034B5A3C6}"/>
              </a:ext>
            </a:extLst>
          </p:cNvPr>
          <p:cNvSpPr/>
          <p:nvPr/>
        </p:nvSpPr>
        <p:spPr>
          <a:xfrm>
            <a:off x="9023927" y="1366982"/>
            <a:ext cx="2623130" cy="5135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988230"/>
              </p:ext>
            </p:extLst>
          </p:nvPr>
        </p:nvGraphicFramePr>
        <p:xfrm>
          <a:off x="9023927" y="2438400"/>
          <a:ext cx="2623130" cy="22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챗봇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챗봇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페이지 버튼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ID: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F0E73F-9CA5-96D5-99AA-E5F642732E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2" y="1458014"/>
            <a:ext cx="82800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/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B2011DD-650A-4061-F9B3-2E3034B5A3C6}"/>
              </a:ext>
            </a:extLst>
          </p:cNvPr>
          <p:cNvSpPr/>
          <p:nvPr/>
        </p:nvSpPr>
        <p:spPr>
          <a:xfrm>
            <a:off x="9023927" y="1366982"/>
            <a:ext cx="2623130" cy="5135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092530"/>
              </p:ext>
            </p:extLst>
          </p:nvPr>
        </p:nvGraphicFramePr>
        <p:xfrm>
          <a:off x="9023927" y="2438400"/>
          <a:ext cx="2623130" cy="2251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프롬프트 작성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현위치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기반 대피소 찾기 버튼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대화 클리어 버튼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서비스 소개영상 페이지 연결</a:t>
                      </a:r>
                    </a:p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ID: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6600FB-B3B1-E558-FE73-621DAD5532F1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4" r="-381" b="3018"/>
          <a:stretch/>
        </p:blipFill>
        <p:spPr>
          <a:xfrm>
            <a:off x="498763" y="1366981"/>
            <a:ext cx="8382001" cy="51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30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/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B2011DD-650A-4061-F9B3-2E3034B5A3C6}"/>
              </a:ext>
            </a:extLst>
          </p:cNvPr>
          <p:cNvSpPr/>
          <p:nvPr/>
        </p:nvSpPr>
        <p:spPr>
          <a:xfrm>
            <a:off x="9023927" y="1366982"/>
            <a:ext cx="2623130" cy="5135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458055"/>
              </p:ext>
            </p:extLst>
          </p:nvPr>
        </p:nvGraphicFramePr>
        <p:xfrm>
          <a:off x="9023927" y="2438400"/>
          <a:ext cx="2623130" cy="22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행동 요령 관련 영상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영상 닫기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ID: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44B32D-9C13-60FB-EEEE-606FA39181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b="4113"/>
          <a:stretch/>
        </p:blipFill>
        <p:spPr>
          <a:xfrm>
            <a:off x="498763" y="1362363"/>
            <a:ext cx="8368146" cy="51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4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/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B2011DD-650A-4061-F9B3-2E3034B5A3C6}"/>
              </a:ext>
            </a:extLst>
          </p:cNvPr>
          <p:cNvSpPr/>
          <p:nvPr/>
        </p:nvSpPr>
        <p:spPr>
          <a:xfrm>
            <a:off x="9023927" y="1366982"/>
            <a:ext cx="2623130" cy="5135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153698"/>
              </p:ext>
            </p:extLst>
          </p:nvPr>
        </p:nvGraphicFramePr>
        <p:xfrm>
          <a:off x="9023927" y="2438400"/>
          <a:ext cx="2623130" cy="22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길찾기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슬라이드바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광고배너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ID: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2FD3B7-9A65-D263-35ED-43FE5A67DA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" b="4406"/>
          <a:stretch/>
        </p:blipFill>
        <p:spPr>
          <a:xfrm>
            <a:off x="498763" y="1366983"/>
            <a:ext cx="8312728" cy="513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26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61BF2-D6CE-958A-60DC-33FCFABBA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40254"/>
              </p:ext>
            </p:extLst>
          </p:nvPr>
        </p:nvGraphicFramePr>
        <p:xfrm>
          <a:off x="498763" y="719666"/>
          <a:ext cx="1114829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8049">
                  <a:extLst>
                    <a:ext uri="{9D8B030D-6E8A-4147-A177-3AD203B41FA5}">
                      <a16:colId xmlns:a16="http://schemas.microsoft.com/office/drawing/2014/main" val="1680913846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811730368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4067848720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3739324229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774429794"/>
                    </a:ext>
                  </a:extLst>
                </a:gridCol>
                <a:gridCol w="1858049">
                  <a:extLst>
                    <a:ext uri="{9D8B030D-6E8A-4147-A177-3AD203B41FA5}">
                      <a16:colId xmlns:a16="http://schemas.microsoft.com/office/drawing/2014/main" val="2722978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페이지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98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B2011DD-650A-4061-F9B3-2E3034B5A3C6}"/>
              </a:ext>
            </a:extLst>
          </p:cNvPr>
          <p:cNvSpPr/>
          <p:nvPr/>
        </p:nvSpPr>
        <p:spPr>
          <a:xfrm>
            <a:off x="9023927" y="1366982"/>
            <a:ext cx="2623130" cy="5135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0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7F70C7-20FD-293E-40F6-85BD500C1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65938"/>
              </p:ext>
            </p:extLst>
          </p:nvPr>
        </p:nvGraphicFramePr>
        <p:xfrm>
          <a:off x="9023927" y="2438400"/>
          <a:ext cx="2623130" cy="22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1121420294"/>
                    </a:ext>
                  </a:extLst>
                </a:gridCol>
                <a:gridCol w="1958112">
                  <a:extLst>
                    <a:ext uri="{9D8B030D-6E8A-4147-A177-3AD203B41FA5}">
                      <a16:colId xmlns:a16="http://schemas.microsoft.com/office/drawing/2014/main" val="3549442322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길찾기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on/off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버튼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8093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하단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로드뷰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29475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로드뷰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닫기 버튼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985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06944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8658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4830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109962-E0F0-66D1-A0EB-1C7FB0A35D22}"/>
              </a:ext>
            </a:extLst>
          </p:cNvPr>
          <p:cNvSpPr/>
          <p:nvPr/>
        </p:nvSpPr>
        <p:spPr>
          <a:xfrm>
            <a:off x="9023927" y="1366982"/>
            <a:ext cx="2623130" cy="1071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ID: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746D92-CA63-29B4-F53C-D4F26A215D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4" b="4113"/>
          <a:stretch/>
        </p:blipFill>
        <p:spPr>
          <a:xfrm>
            <a:off x="498763" y="1366982"/>
            <a:ext cx="8257310" cy="51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9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124</Words>
  <Application>Microsoft Macintosh PowerPoint</Application>
  <PresentationFormat>와이드스크린</PresentationFormat>
  <Paragraphs>74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서초 3강의실</dc:creator>
  <cp:lastModifiedBy>효빈 김</cp:lastModifiedBy>
  <cp:revision>3</cp:revision>
  <dcterms:created xsi:type="dcterms:W3CDTF">2026-01-07T05:37:09Z</dcterms:created>
  <dcterms:modified xsi:type="dcterms:W3CDTF">2026-01-12T02:14:53Z</dcterms:modified>
</cp:coreProperties>
</file>